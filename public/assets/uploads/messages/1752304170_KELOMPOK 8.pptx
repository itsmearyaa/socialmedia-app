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75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06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0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09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21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1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01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6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7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353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769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50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886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7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59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287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0DCD3CF-F29A-4A5C-9607-DC05557F947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C7C9C18-54CF-4D2D-A1DF-F860ED842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8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CAEE-2F34-4F2C-9FC8-686E0626A9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KELOMPOK 8</a:t>
            </a:r>
            <a:br>
              <a:rPr lang="en-US" dirty="0"/>
            </a:b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REGULASI KEJAHATAN DI INTERNET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25BDF-9261-4C56-BA73-FCFAE3B9F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 algn="l">
              <a:buAutoNum type="arabicPeriod"/>
            </a:pPr>
            <a:r>
              <a:rPr lang="en-US" b="1" dirty="0"/>
              <a:t>MELKI BANUNAEK</a:t>
            </a:r>
          </a:p>
          <a:p>
            <a:pPr marL="457200" indent="-457200" algn="l">
              <a:buAutoNum type="arabicPeriod"/>
            </a:pPr>
            <a:r>
              <a:rPr lang="en-US" b="1" dirty="0"/>
              <a:t>JEFRIANUS LEKI</a:t>
            </a:r>
          </a:p>
          <a:p>
            <a:pPr marL="457200" indent="-457200" algn="l">
              <a:buAutoNum type="arabicPeriod"/>
            </a:pPr>
            <a:r>
              <a:rPr lang="en-US" b="1" dirty="0"/>
              <a:t>DERISKA TOSI</a:t>
            </a:r>
          </a:p>
        </p:txBody>
      </p:sp>
    </p:spTree>
    <p:extLst>
      <p:ext uri="{BB962C8B-B14F-4D97-AF65-F5344CB8AC3E}">
        <p14:creationId xmlns:p14="http://schemas.microsoft.com/office/powerpoint/2010/main" val="2138836970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F2023-EA14-44AB-903D-B471630F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PENGERTIAN INTERNET 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559D6-CBAA-4C0C-87FA-B09DC7982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Internet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jaringan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global yang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menghubungkan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jutaan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komputer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seluruh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dunia,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memungkinkan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pertukaran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secara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cepat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tanpa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batas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geografis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Di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internet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penting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mendukung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kemajuan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komunikasi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pendidikan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bisnis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pemerintahan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Namun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di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lain, internet juga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ruang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terbuka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tindak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kejahatan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penipuan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online,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pencurian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data, dan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penyebaran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konten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ilegal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7262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BBF1-F4BA-4BEB-B643-57C92AB8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PENGERTIAN REGULASI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0383-10EA-4A7B-BE16-1A0B0A9D8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diartikan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seperangkat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aturan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perundang-undangan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dibuat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mengatur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perilaku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kegiatan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tertentu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masyarakat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konteks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dunia maya (cyberspace),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merujuk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kebijakan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bertujuan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mengatur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aktivitas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digital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guna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melindungi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kepentingan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umum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menjamin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keamanan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mencegah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penyalahgunaan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teknologi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71145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F30F-5846-443C-BCDF-11EE803D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TEORI DAN KONSEP TERKAIT REGULASI DUNIA MAYA</a:t>
            </a:r>
            <a:br>
              <a:rPr lang="en-US" sz="1800" b="1" dirty="0"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C046D-52EE-4162-AC48-2128A34DB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64166"/>
            <a:ext cx="9601196" cy="3318936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Teori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Hukum </a:t>
            </a: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Siber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(Cyberlaw Theory):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Menyatakan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harus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mampu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menyesuaikan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perkembangan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termasuk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mengatur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aktivitas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digital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kejahatan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internet.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Teori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Deterrence (</a:t>
            </a: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Pencegahan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Menjelaskan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pemberlakuan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sanksi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tegas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mencegah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kejahatan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termasuk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ruang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siber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Teori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Hak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Digital (Digital Rights):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Mengacu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perlindungan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hak-hak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dunia maya,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kebebasan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berekspresi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perlindungan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pribadi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748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4C89-A824-442D-A21D-8A0B6048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PENYEBARAN INFORMASI HOAKS DAN DISINFORMASI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7E9C7-93D2-4478-8533-DB390DB65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Salah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masalah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serius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era digital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penyebaran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palsu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hoaks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Hoaks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namun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disebarkan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seolah-olah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fakta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sedangkan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disinformasi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salah yang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sengaja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disebarkan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menyesatkan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memanipulasi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opini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Penyebaran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hoaks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sangat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cepat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melalui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media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sosial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berdampak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ketidakstabilan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sosial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gangguan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keamanan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merusak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reputasi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maupun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institusi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Di Indonesia,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penyebaran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hoaks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dikaitkan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politik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agama,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kesehatan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8922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C633-B702-4BEF-A9CD-20BC5FDC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KEJAHATAN SIBER (CYBERCRIME)</a:t>
            </a:r>
            <a:br>
              <a:rPr lang="en-US" sz="4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E8A9E-0C25-43B9-A8B6-B2F6C3CED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Phishing dan </a:t>
            </a: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penipuan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daring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di mana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pelaku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menipu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korban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mendapatkan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sensitif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kata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sandi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rekening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Peretasan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(hacking)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komputer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mencuri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mengganggu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layanan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Ransomware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perangkat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lunak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berbahaya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mengunci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korban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meminta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tebusan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Cyberbullying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perundungan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melalui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media daring yang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berdampak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serius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psikologis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405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67E8-F47F-4ED6-9341-68E4CBD7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PELANGGARAN PRIVASI DAN PERLINDUNGAN DATA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42750-911C-4298-8544-5049B3945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meningkatnya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aktivitas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digital, data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pribadi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aset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berharga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sering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disalahgunakan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Pelanggaran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terjadi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ketika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dikumpulkan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disebarluaskan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tanpa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izin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Contohnya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meliputi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pencurian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identitas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pelacakan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lokasi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pengguna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tanpa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persetujuan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hingga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kebocoran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perusahaan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besar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468537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6DBE-110D-4B4C-95B6-F157D7F4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KONTEN NEGATIF DAN UJARAN KEBENCIAN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5F9D8-8F6A-4F2B-ADC5-1552E79D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Internet juga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ruang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penyebaran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konten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pornografi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kekerasan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ekstrem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ujaran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kebencian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Ujaran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kebencian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hate speech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pernyataan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menyerang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seseorang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kelompok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berdasarkan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agama,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etnis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orientasi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tertentu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Penyebaran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konten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memicu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konflik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sosial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memperkeruh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kondisi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politik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Penindakan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konten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semacam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tantangan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karena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berkaitan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batas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kebebasan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berekspresi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perlindungan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publik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865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C457-775A-4AB9-8EDB-AB55E300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PERAN PEMERINTAH, LEMBAGA, DAN PLATFORM DIGITAL</a:t>
            </a:r>
            <a:br>
              <a:rPr lang="en-US" sz="2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7B954-5CAF-4C9C-8974-025CD199C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Penanganan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kejahatan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internet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memerlukan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kolaborasi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lintas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di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antaranya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Pemerintah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lembaga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Kominfo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BSSN, dan 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Kepolisian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berperan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pengawasan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edukasi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digital,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serta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penindakan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Platform digital (Google, Meta, 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TikTok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dsb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memiliki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tanggung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jawab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menyaring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menghapus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konten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berbahaya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serta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bekerja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regulator.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Lembaga 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internasional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Interpol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membantu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penegakan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lintas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negara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melalui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pelacakan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pertukaran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59056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36C5-DD31-4E67-8D6A-CDAEFB35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KESIMPULAN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3F49B-4805-479C-9024-BB3C96850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Kejahatan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internet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tantangan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besar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era digital yang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terus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berkembang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tingkat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nasional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internasional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dibentuk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mengatur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menanggulangi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kejahatan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namun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implementasinya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masih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menghadapi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berbagai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kendala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termasuk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aspek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teknis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hukum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etika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Diperlukan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pendekatan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holistik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kolaboratif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mengatasi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permasalahan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secara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efektif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47053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23</TotalTime>
  <Words>652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Garamond</vt:lpstr>
      <vt:lpstr>Symbol</vt:lpstr>
      <vt:lpstr>Organic</vt:lpstr>
      <vt:lpstr>KELOMPOK 8 REGULASI KEJAHATAN DI INTERNET</vt:lpstr>
      <vt:lpstr>PENGERTIAN INTERNET </vt:lpstr>
      <vt:lpstr>PENGERTIAN REGULASI</vt:lpstr>
      <vt:lpstr>TEORI DAN KONSEP TERKAIT REGULASI DUNIA MAYA </vt:lpstr>
      <vt:lpstr>PENYEBARAN INFORMASI HOAKS DAN DISINFORMASI</vt:lpstr>
      <vt:lpstr>KEJAHATAN SIBER (CYBERCRIME) </vt:lpstr>
      <vt:lpstr>PELANGGARAN PRIVASI DAN PERLINDUNGAN DATA</vt:lpstr>
      <vt:lpstr>KONTEN NEGATIF DAN UJARAN KEBENCIAN</vt:lpstr>
      <vt:lpstr>PERAN PEMERINTAH, LEMBAGA, DAN PLATFORM DIGITAL 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KELOMPOK 8</dc:title>
  <dc:creator>Admin</dc:creator>
  <cp:lastModifiedBy>Admin</cp:lastModifiedBy>
  <cp:revision>7</cp:revision>
  <dcterms:created xsi:type="dcterms:W3CDTF">2025-05-16T00:03:37Z</dcterms:created>
  <dcterms:modified xsi:type="dcterms:W3CDTF">2025-05-16T00:27:06Z</dcterms:modified>
</cp:coreProperties>
</file>